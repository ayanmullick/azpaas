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7" d="100"/>
          <a:sy n="17" d="100"/>
        </p:scale>
        <p:origin x="10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78EA0-1A1F-482E-8A13-94041A913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926DC-590F-434C-81D8-76F76AA72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53E63-AB5E-4D3B-B12C-749E99CCC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BBA9B-04D6-4F45-8268-9254E8CB947E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B0FD6-03CF-4F24-A0E6-F7EC6303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F8499-72AC-44D7-A70D-9B331EA4A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B7266-9A75-4C5B-9BBC-2195319C2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073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7E5D0-C8B3-4036-959C-29948EA55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B502E-AB11-44B5-9993-7C59F4F7B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D1591-8C3B-4F83-88DD-EFF3926D2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BBA9B-04D6-4F45-8268-9254E8CB947E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2D7F5-058D-41B1-8903-B4D327817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9434C-E3C5-4128-8FCC-DE10BC6BD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B7266-9A75-4C5B-9BBC-2195319C2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25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AFDB9-4F65-444D-A6B5-EC9A1173F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D0A7E-2DEF-490D-8D25-5303ED5F8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B7609-2366-47C1-B110-E9787A68F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BBA9B-04D6-4F45-8268-9254E8CB947E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4BC5C-FA7E-4C0A-8ABD-E2071CFCC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D511D-B458-4E86-A827-4085F88CC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B7266-9A75-4C5B-9BBC-2195319C2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006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43AF9-1624-42B1-8DF5-E99F21AEB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64442-D0A3-4073-8544-E10BAC3D84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F3C184-1311-409B-9BB3-37E4107FD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F02E8-273F-47F0-8464-5FE1698B2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BBA9B-04D6-4F45-8268-9254E8CB947E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A1CB1-BF1A-4105-9FC8-8BF0F55EB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8FD6A-6E98-487C-A087-01920B49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B7266-9A75-4C5B-9BBC-2195319C2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29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86F42-BC0D-4E1E-968F-4F698B91D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59D6F-3FDA-4763-A4CB-DE648FA63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30E14E-F65A-4340-A6FC-89CF8C2DB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F4F74B-142F-4EA5-AE24-7DA6BDEACC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F127BE-FC8C-4D6F-8B04-5768810159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F987D6-798D-4C0A-BE40-0622F3A4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BBA9B-04D6-4F45-8268-9254E8CB947E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5268B-C354-4368-AF03-FA70DC833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D765DA-3240-4E19-BCA2-DCEF70F73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B7266-9A75-4C5B-9BBC-2195319C2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341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E473D-4068-4550-B54F-0A613DAFA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BC65FA-0CFE-417B-9E6F-BE2BF0ED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BBA9B-04D6-4F45-8268-9254E8CB947E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C04CA6-538E-4224-B0C1-1AF77E8A8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82AE56-557D-4362-987B-E535F4926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B7266-9A75-4C5B-9BBC-2195319C2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08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60483D-199B-4318-8100-80CE9981F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BBA9B-04D6-4F45-8268-9254E8CB947E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ED6A70-45EC-48F3-B894-9E7417A51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578BC-8D5E-49DB-AB32-C1D740D53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B7266-9A75-4C5B-9BBC-2195319C2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733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1FA80-6453-4E04-8241-67EAA6627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79BD2-ABB2-4203-843D-2284A4AD0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F5FE4-AE90-4E37-860B-6BCC41EDF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01C32-F5F4-423B-812A-EFC7AC947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BBA9B-04D6-4F45-8268-9254E8CB947E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54007-5795-4858-A9DC-DDB30892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CEABC-E846-4DCF-AF03-4F13C39BF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B7266-9A75-4C5B-9BBC-2195319C2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539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E4B7D-5727-4926-9522-A8D127AFB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2503F3-60C8-47B8-B8A0-A8A0505CB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B4EAD3-F3C0-451A-8CDF-EDB9AC91E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EDD87-F739-4D0B-9347-FBC2C6757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BBA9B-04D6-4F45-8268-9254E8CB947E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3E8E6-8461-4F40-9AFE-359431869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3D1967-7445-4A1D-8AFA-76AC994B5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B7266-9A75-4C5B-9BBC-2195319C2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306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66153-2A1D-4CEA-BF66-E57146BB0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DB1487-4928-4511-80D8-FF2D7A093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C1696-DCAC-483B-8994-AE283EFF4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BBA9B-04D6-4F45-8268-9254E8CB947E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27184-E9F9-4D32-99EA-5E0EB18CB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C3636-FCB4-487B-80F9-1F8A8D37F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B7266-9A75-4C5B-9BBC-2195319C2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618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3D604E-815A-4772-B227-97468D4B45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16403B-EA6C-46C8-8D03-7119E8248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D1E9E-F6DC-4E24-B703-BA1002F9B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BBA9B-04D6-4F45-8268-9254E8CB947E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27BB9-5E78-45A4-A474-1BA003321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51FEE-9A9E-4410-B70A-D04257433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B7266-9A75-4C5B-9BBC-2195319C2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5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7A9100-1CA9-44D1-B1ED-439DC7C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3A7B5-8860-4416-AD08-8BA9B5D07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CC201-90EF-4AA4-A71D-865AD5F360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BBA9B-04D6-4F45-8268-9254E8CB947E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A5C98-F4CF-451D-B0C6-21448C702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93AF8-1E59-4FAC-8AF9-A02ECBED9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B7266-9A75-4C5B-9BBC-2195319C2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361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emf"/><Relationship Id="rId18" Type="http://schemas.openxmlformats.org/officeDocument/2006/relationships/image" Target="../media/image16.emf"/><Relationship Id="rId3" Type="http://schemas.openxmlformats.org/officeDocument/2006/relationships/image" Target="../media/image1.emf"/><Relationship Id="rId21" Type="http://schemas.openxmlformats.org/officeDocument/2006/relationships/image" Target="../media/image19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17" Type="http://schemas.openxmlformats.org/officeDocument/2006/relationships/image" Target="../media/image15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.emf"/><Relationship Id="rId20" Type="http://schemas.openxmlformats.org/officeDocument/2006/relationships/image" Target="../media/image18.emf"/><Relationship Id="rId1" Type="http://schemas.openxmlformats.org/officeDocument/2006/relationships/tags" Target="../tags/tag1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24" Type="http://schemas.openxmlformats.org/officeDocument/2006/relationships/image" Target="../media/image22.emf"/><Relationship Id="rId5" Type="http://schemas.openxmlformats.org/officeDocument/2006/relationships/image" Target="../media/image3.emf"/><Relationship Id="rId15" Type="http://schemas.openxmlformats.org/officeDocument/2006/relationships/image" Target="../media/image13.emf"/><Relationship Id="rId23" Type="http://schemas.openxmlformats.org/officeDocument/2006/relationships/image" Target="../media/image21.emf"/><Relationship Id="rId10" Type="http://schemas.openxmlformats.org/officeDocument/2006/relationships/image" Target="../media/image8.emf"/><Relationship Id="rId19" Type="http://schemas.openxmlformats.org/officeDocument/2006/relationships/image" Target="../media/image17.emf"/><Relationship Id="rId4" Type="http://schemas.openxmlformats.org/officeDocument/2006/relationships/image" Target="../media/image2.emf"/><Relationship Id="rId9" Type="http://schemas.openxmlformats.org/officeDocument/2006/relationships/image" Target="../media/image7.emf"/><Relationship Id="rId14" Type="http://schemas.openxmlformats.org/officeDocument/2006/relationships/image" Target="../media/image12.emf"/><Relationship Id="rId22" Type="http://schemas.openxmlformats.org/officeDocument/2006/relationships/image" Target="../media/image2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65C5B4-9E24-484F-A3AA-BD9C9A2B7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8866" y="1905000"/>
            <a:ext cx="8420100" cy="304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893590-32DB-4289-A910-06A4BF8E7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2666" y="3988544"/>
            <a:ext cx="295275" cy="4857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F93849-E52C-4943-96E8-E4875DAA7A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7943" y="2214562"/>
            <a:ext cx="7781925" cy="24288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552D14-CC18-4488-814D-242BC06C15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54057" y="4290921"/>
            <a:ext cx="571500" cy="571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F380C5-C35F-48EA-BD59-70EAAA8915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65999" y="4671822"/>
            <a:ext cx="971550" cy="276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058233-6CDC-4A74-AF87-EBFAA18F50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5419" y="2509837"/>
            <a:ext cx="7172325" cy="1838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59DD28-592F-449A-B74B-16D29E801A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76959" y="2535107"/>
            <a:ext cx="295275" cy="2762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0FF6AE-28F7-42E5-B6E7-B60BFD070D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6164" y="2927674"/>
            <a:ext cx="819150" cy="6667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A7B7F7-51B8-4641-8540-1D983322982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5739" y="3265713"/>
            <a:ext cx="504825" cy="457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5A9725-B223-431D-9E52-1F7F28CFD1D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65419" y="2697760"/>
            <a:ext cx="1419225" cy="3238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D032D0-9AC5-4DCB-B4A6-12BC692EAEB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03594" y="3694338"/>
            <a:ext cx="781050" cy="3238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EB76DF-11FE-4D0A-B4AC-106678B99B1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5383" y="2859685"/>
            <a:ext cx="1123950" cy="6667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5C05D2A-3D6D-445B-897F-0986AB71101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87324" y="3319681"/>
            <a:ext cx="504825" cy="5048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55CBC42-D0AE-4088-BB3F-A86876FBF53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51788" y="3493513"/>
            <a:ext cx="885825" cy="3238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866ED16-1D27-477D-8F71-9951C42172D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5383" y="3800595"/>
            <a:ext cx="2057400" cy="3238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B618088-AFBA-4513-84F1-381A19792CB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34848" y="2710352"/>
            <a:ext cx="1800225" cy="15049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08A7793-E34C-40AB-A735-071C5F2DD8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15810" y="3018063"/>
            <a:ext cx="819150" cy="6762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6C7D926-67F1-418B-B2E8-5455A3B4FD1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01560" y="3265713"/>
            <a:ext cx="533400" cy="4286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D05F774-2E60-487A-B59D-940D3AD7987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28904" y="2744749"/>
            <a:ext cx="1085850" cy="3238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B6FE217-66C4-4165-A6A7-FE3623F4647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59658" y="3022727"/>
            <a:ext cx="542925" cy="3238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F0CE518-A724-4D8B-A7A4-0814E33FC72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47954" y="3627477"/>
            <a:ext cx="1066800" cy="3238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11BFB14-C1A0-43F2-BF56-B4C64335AD5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73034" y="2998477"/>
            <a:ext cx="714375" cy="695325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F4CA44B-E38A-4AA1-BE49-805C8E847CA2}"/>
              </a:ext>
            </a:extLst>
          </p:cNvPr>
          <p:cNvCxnSpPr>
            <a:cxnSpLocks/>
          </p:cNvCxnSpPr>
          <p:nvPr/>
        </p:nvCxnSpPr>
        <p:spPr>
          <a:xfrm flipV="1">
            <a:off x="5210564" y="3547155"/>
            <a:ext cx="1876760" cy="2233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F439B9F-DB0B-4F72-965A-FDA27969FC98}"/>
              </a:ext>
            </a:extLst>
          </p:cNvPr>
          <p:cNvCxnSpPr>
            <a:endCxn id="19" idx="1"/>
          </p:cNvCxnSpPr>
          <p:nvPr/>
        </p:nvCxnSpPr>
        <p:spPr>
          <a:xfrm flipV="1">
            <a:off x="7592149" y="3480026"/>
            <a:ext cx="1909411" cy="464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028930E-344D-41A4-9310-50178C335C3B}"/>
              </a:ext>
            </a:extLst>
          </p:cNvPr>
          <p:cNvCxnSpPr>
            <a:stCxn id="23" idx="3"/>
          </p:cNvCxnSpPr>
          <p:nvPr/>
        </p:nvCxnSpPr>
        <p:spPr>
          <a:xfrm>
            <a:off x="1087409" y="3346140"/>
            <a:ext cx="3208755" cy="4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80201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2.4|1.8|1.9|1.2|1.9|1.8|1.4|1.5|1.3|1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Ayan Mullick</dc:creator>
  <cp:lastModifiedBy>Ayan Mullick</cp:lastModifiedBy>
  <cp:revision>12</cp:revision>
  <dcterms:created xsi:type="dcterms:W3CDTF">2020-03-29T18:03:47Z</dcterms:created>
  <dcterms:modified xsi:type="dcterms:W3CDTF">2020-03-30T22:19:36Z</dcterms:modified>
</cp:coreProperties>
</file>